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oth, Karen" userId="f682a0da-0532-418a-a572-cc7f2640a968" providerId="ADAL" clId="{ED5C9C14-7DDC-4F95-8A2C-D80C75363527}"/>
    <pc:docChg chg="custSel modSld">
      <pc:chgData name="Kloth, Karen" userId="f682a0da-0532-418a-a572-cc7f2640a968" providerId="ADAL" clId="{ED5C9C14-7DDC-4F95-8A2C-D80C75363527}" dt="2023-09-27T14:13:02.118" v="710" actId="20577"/>
      <pc:docMkLst>
        <pc:docMk/>
      </pc:docMkLst>
      <pc:sldChg chg="modSp mod">
        <pc:chgData name="Kloth, Karen" userId="f682a0da-0532-418a-a572-cc7f2640a968" providerId="ADAL" clId="{ED5C9C14-7DDC-4F95-8A2C-D80C75363527}" dt="2023-09-27T14:11:46.599" v="457" actId="20577"/>
        <pc:sldMkLst>
          <pc:docMk/>
          <pc:sldMk cId="2754695310" sldId="256"/>
        </pc:sldMkLst>
        <pc:spChg chg="mod">
          <ac:chgData name="Kloth, Karen" userId="f682a0da-0532-418a-a572-cc7f2640a968" providerId="ADAL" clId="{ED5C9C14-7DDC-4F95-8A2C-D80C75363527}" dt="2023-09-27T14:09:46.188" v="189" actId="20577"/>
          <ac:spMkLst>
            <pc:docMk/>
            <pc:sldMk cId="2754695310" sldId="256"/>
            <ac:spMk id="10" creationId="{EF6E244F-8A45-4C24-AF43-47C9B0CB0884}"/>
          </ac:spMkLst>
        </pc:spChg>
        <pc:spChg chg="mod">
          <ac:chgData name="Kloth, Karen" userId="f682a0da-0532-418a-a572-cc7f2640a968" providerId="ADAL" clId="{ED5C9C14-7DDC-4F95-8A2C-D80C75363527}" dt="2023-09-27T14:10:16.492" v="277" actId="6549"/>
          <ac:spMkLst>
            <pc:docMk/>
            <pc:sldMk cId="2754695310" sldId="256"/>
            <ac:spMk id="12" creationId="{C66AE92A-1A4E-4029-93B6-95429A9844A1}"/>
          </ac:spMkLst>
        </pc:spChg>
        <pc:spChg chg="mod">
          <ac:chgData name="Kloth, Karen" userId="f682a0da-0532-418a-a572-cc7f2640a968" providerId="ADAL" clId="{ED5C9C14-7DDC-4F95-8A2C-D80C75363527}" dt="2023-09-27T14:10:47.739" v="310" actId="20577"/>
          <ac:spMkLst>
            <pc:docMk/>
            <pc:sldMk cId="2754695310" sldId="256"/>
            <ac:spMk id="16" creationId="{307CC275-394F-4407-A069-BCFDA83B6CC3}"/>
          </ac:spMkLst>
        </pc:spChg>
        <pc:spChg chg="mod">
          <ac:chgData name="Kloth, Karen" userId="f682a0da-0532-418a-a572-cc7f2640a968" providerId="ADAL" clId="{ED5C9C14-7DDC-4F95-8A2C-D80C75363527}" dt="2023-09-27T14:10:49.777" v="311" actId="20577"/>
          <ac:spMkLst>
            <pc:docMk/>
            <pc:sldMk cId="2754695310" sldId="256"/>
            <ac:spMk id="23" creationId="{969690AF-6A15-44A6-903F-51C0D60879EC}"/>
          </ac:spMkLst>
        </pc:spChg>
        <pc:spChg chg="mod">
          <ac:chgData name="Kloth, Karen" userId="f682a0da-0532-418a-a572-cc7f2640a968" providerId="ADAL" clId="{ED5C9C14-7DDC-4F95-8A2C-D80C75363527}" dt="2023-09-27T14:11:46.599" v="457" actId="20577"/>
          <ac:spMkLst>
            <pc:docMk/>
            <pc:sldMk cId="2754695310" sldId="256"/>
            <ac:spMk id="25" creationId="{8CAF7D33-7945-460B-B4AC-2567EC234C8C}"/>
          </ac:spMkLst>
        </pc:spChg>
      </pc:sldChg>
      <pc:sldChg chg="modSp mod">
        <pc:chgData name="Kloth, Karen" userId="f682a0da-0532-418a-a572-cc7f2640a968" providerId="ADAL" clId="{ED5C9C14-7DDC-4F95-8A2C-D80C75363527}" dt="2023-09-27T14:13:02.118" v="710" actId="20577"/>
        <pc:sldMkLst>
          <pc:docMk/>
          <pc:sldMk cId="2739953095" sldId="257"/>
        </pc:sldMkLst>
        <pc:spChg chg="mod">
          <ac:chgData name="Kloth, Karen" userId="f682a0da-0532-418a-a572-cc7f2640a968" providerId="ADAL" clId="{ED5C9C14-7DDC-4F95-8A2C-D80C75363527}" dt="2023-09-27T14:13:02.118" v="710" actId="20577"/>
          <ac:spMkLst>
            <pc:docMk/>
            <pc:sldMk cId="2739953095" sldId="257"/>
            <ac:spMk id="3" creationId="{9BA1637C-0C4C-4326-A999-100B69D898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7B74-82EC-46AD-9B66-9B95245EE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B03CE-EBDF-4341-8CEB-345C6F917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9E9A3-44D0-4CCA-9396-3CE0608A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7F2B0-9C5E-44FF-97DD-5556BD61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39A1-0DBC-4482-B498-8AA1539F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54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417C-6289-4215-BA4E-78F8AB71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AD119-E88F-42FF-A588-16241506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2F330-3717-4BF7-9FC0-EB165082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BBD-07BB-4AF8-9178-8BE4E507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66BBE-B224-4260-B1B9-15E0CC27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9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5502-6CEE-4D78-84DC-1D03BB39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7F964-8C82-41FC-9C95-FC6FE1FAA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9990-28CF-46E0-8800-1ECADD29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4191-ABBB-4A22-BD39-19254DCE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0F45-31F6-4CAF-B2C1-4104DA1C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49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40A4-CD3D-4694-AAFC-C5442682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4321-EAAE-4704-8524-2EA9D60A7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A8684-F2C8-4962-B65E-8D807309B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AC0F-75AD-43B0-A763-828E1424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34347-2160-40D8-8149-47BF02C1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92402-88C1-4B1E-A17C-29EF2ACA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3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E73D-7168-4DA8-BB8B-A89430A9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56D5-C6B4-4C64-A18C-5C6D2EFE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6B64F-D2EB-4AEB-B46B-71B4F69F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1BCCB-7432-4961-9DAB-E3F71FA91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2EC4B-D3AF-4E58-BE4A-99A6C6C3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FA635-2B17-4A9C-9B67-EB45A2F5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AAB3C-E28C-48D5-BE61-9FE50FEE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5BB22-9865-4A1A-9A73-E70638C5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46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1C7E-BADA-4C8F-8DC6-CE6D160B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8B8BB-D536-48E0-A4E4-3450A42F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C89E3-A14F-4BF8-BA10-B77751F3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90A9C-1D2C-4C56-A411-C3AC9B3A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8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59ABF-CFF9-4CFF-B83C-520A91FB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0902C-2E81-46D1-BE40-526E6099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AE365-DB92-4332-92E0-9F314744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4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90C8-A1E5-4E04-9A9C-B450C9AB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CDBA-F08A-4F2E-870B-1E193D67E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37288-11DA-4A13-B15C-B465FF0B8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3D124-3EFA-4A32-A264-96EAFF5B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1A636-670A-4CC8-A8EA-C98E2F1D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ED4AB-C272-41A8-8907-13F44E8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5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2E20-99CC-404D-AADD-2CA87C25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F17B4-7F83-469A-9B4C-FE4F36319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20B63-7BFA-467B-8AC7-6CB4B383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6946D-6E39-4E36-B351-CD63DEFF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7E338-7E79-4A5F-95B9-0CC16CD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84167-E6A0-43DE-BE3A-BEAB94F1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47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BBCA-0BDB-43D2-8453-2A365EB7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659B7-B0FE-463D-BAAB-CA3813AE8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2A6EB-7B35-43FE-94ED-8D17A18B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4C075-05B8-488D-9F50-1DD51D55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E6513-82D3-4E94-8321-DA02D48A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50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C7C08-B2C7-44EE-9DAF-F6F57E661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D5905-D3E8-4D21-AAE8-3A8D6C165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522F0-9508-46F0-96CE-CD6D64F8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1FB77-9009-48EA-B353-8DBAD427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4031-4702-4C3D-90F5-623DD435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78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74589-0336-4C4B-9BB9-058AA160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E2051-0FBA-4ECE-9207-BF0732422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6A4DF-B3D5-4E19-B1E7-318D665B9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E4020-E0DF-41F0-958F-54442346451B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DADA-8679-43C8-9518-7F43423D0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1FDB-DEB0-41AF-ADEF-9E4623A37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74887-B5E2-428B-B813-D95E90BEF9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97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products/rstudio/download/" TargetMode="External"/><Relationship Id="rId2" Type="http://schemas.openxmlformats.org/officeDocument/2006/relationships/hyperlink" Target="https://cran.r-project.org/bin/windows/base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5AB1-86D2-4937-B262-C255DD1B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Voorbereidingen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637C-0C4C-4326-A999-100B69D89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sv-SE" dirty="0"/>
              <a:t>1. Install:</a:t>
            </a:r>
          </a:p>
          <a:p>
            <a:r>
              <a:rPr lang="sv-SE" dirty="0"/>
              <a:t>R: </a:t>
            </a:r>
            <a:r>
              <a:rPr lang="sv-SE" dirty="0">
                <a:hlinkClick r:id="rId2"/>
              </a:rPr>
              <a:t>https://cran.r-project.org/bin/windows/base/</a:t>
            </a:r>
            <a:endParaRPr lang="sv-SE" dirty="0"/>
          </a:p>
          <a:p>
            <a:r>
              <a:rPr lang="sv-SE" dirty="0"/>
              <a:t>Rstudio: </a:t>
            </a:r>
            <a:r>
              <a:rPr lang="sv-SE" dirty="0">
                <a:hlinkClick r:id="rId3"/>
              </a:rPr>
              <a:t>https://www.rstudio.com/products/rstudio/download/</a:t>
            </a:r>
            <a:r>
              <a:rPr lang="sv-SE" dirty="0"/>
              <a:t>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2. Save the epgrun_0.33 script and the “Run it” script to your computer (same folder)</a:t>
            </a:r>
          </a:p>
          <a:p>
            <a:pPr marL="0" indent="0">
              <a:buNone/>
            </a:pPr>
            <a:r>
              <a:rPr lang="en-GB" dirty="0"/>
              <a:t>3. Save the ANA files of plantline1 (or treatment1) in a folder with that name. So if you want to compare 2 treatments or 2 plant lines you need to have 2 </a:t>
            </a:r>
            <a:r>
              <a:rPr lang="en-GB"/>
              <a:t>folders with the ANA files of each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4. Open </a:t>
            </a:r>
            <a:r>
              <a:rPr lang="en-GB" dirty="0" err="1"/>
              <a:t>Rstudio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5. Install the package </a:t>
            </a:r>
            <a:r>
              <a:rPr lang="en-GB" dirty="0" err="1"/>
              <a:t>sciplot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	- Tools &gt; Install Packages</a:t>
            </a:r>
          </a:p>
          <a:p>
            <a:pPr marL="0" indent="0">
              <a:buNone/>
            </a:pPr>
            <a:r>
              <a:rPr lang="en-GB" dirty="0"/>
              <a:t>	- Search for </a:t>
            </a:r>
            <a:r>
              <a:rPr lang="en-GB" dirty="0" err="1"/>
              <a:t>sciplot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- Click “Install”</a:t>
            </a:r>
          </a:p>
          <a:p>
            <a:pPr marL="0" indent="0">
              <a:buNone/>
            </a:pPr>
            <a:r>
              <a:rPr lang="en-GB" dirty="0"/>
              <a:t>6. Open the Run it script (File&gt; Open File)</a:t>
            </a:r>
          </a:p>
          <a:p>
            <a:pPr marL="0" indent="0">
              <a:buNone/>
            </a:pPr>
            <a:r>
              <a:rPr lang="en-GB" dirty="0"/>
              <a:t>7. Adapt the Run it script according to the instructions on the next page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3995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63F084A-8071-401A-B448-4F246DC6BED0}"/>
              </a:ext>
            </a:extLst>
          </p:cNvPr>
          <p:cNvGrpSpPr/>
          <p:nvPr/>
        </p:nvGrpSpPr>
        <p:grpSpPr>
          <a:xfrm>
            <a:off x="670030" y="482985"/>
            <a:ext cx="11521970" cy="4963581"/>
            <a:chOff x="670030" y="482985"/>
            <a:chExt cx="11521970" cy="4963581"/>
          </a:xfrm>
        </p:grpSpPr>
        <p:pic>
          <p:nvPicPr>
            <p:cNvPr id="6" name="Picture 5" descr="A picture containing text, screenshot, indoor, computer&#10;&#10;Description automatically generated">
              <a:extLst>
                <a:ext uri="{FF2B5EF4-FFF2-40B4-BE49-F238E27FC236}">
                  <a16:creationId xmlns:a16="http://schemas.microsoft.com/office/drawing/2014/main" id="{5F742797-BD77-4E35-9023-D16AEF5CA1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704" b="36599"/>
            <a:stretch/>
          </p:blipFill>
          <p:spPr>
            <a:xfrm>
              <a:off x="670030" y="482985"/>
              <a:ext cx="9423918" cy="4348065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46757F6-91D4-4376-A282-0692FFB3F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2430" y="1761279"/>
              <a:ext cx="5318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6E244F-8A45-4C24-AF43-47C9B0CB0884}"/>
                </a:ext>
              </a:extLst>
            </p:cNvPr>
            <p:cNvSpPr txBox="1"/>
            <p:nvPr/>
          </p:nvSpPr>
          <p:spPr>
            <a:xfrm>
              <a:off x="9151154" y="1052794"/>
              <a:ext cx="2495161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dirty="0"/>
                <a:t>Location of the folder where you want to save the R*</a:t>
              </a:r>
              <a:endParaRPr lang="en-GB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9269D28-95B7-45F3-98FC-B74982C69B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21090" y="3023711"/>
              <a:ext cx="546838" cy="566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6AE92A-1A4E-4029-93B6-95429A9844A1}"/>
                </a:ext>
              </a:extLst>
            </p:cNvPr>
            <p:cNvSpPr txBox="1"/>
            <p:nvPr/>
          </p:nvSpPr>
          <p:spPr>
            <a:xfrm>
              <a:off x="9696839" y="2056852"/>
              <a:ext cx="2495161" cy="1477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dirty="0"/>
                <a:t>Should contain: name of the epgrun script + location in folder,</a:t>
              </a:r>
            </a:p>
            <a:p>
              <a:r>
                <a:rPr lang="sv-SE" dirty="0"/>
                <a:t>It has to end with ”.R” extension!</a:t>
              </a:r>
              <a:endParaRPr lang="en-GB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27F33D7-FB98-4EA2-B3B2-AC18CAAF89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6570" y="2968545"/>
              <a:ext cx="1354948" cy="14658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48F2859-3D50-48C9-82C6-13C80CF4B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595" y="2385627"/>
              <a:ext cx="5318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7CC275-394F-4407-A069-BCFDA83B6CC3}"/>
                </a:ext>
              </a:extLst>
            </p:cNvPr>
            <p:cNvSpPr txBox="1"/>
            <p:nvPr/>
          </p:nvSpPr>
          <p:spPr>
            <a:xfrm>
              <a:off x="9502030" y="3590371"/>
              <a:ext cx="2495161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dirty="0"/>
                <a:t>Location of your ANA files plantline1/treatment 1**</a:t>
              </a:r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7DE8B1-A318-4D19-B553-7365157ED2BA}"/>
                </a:ext>
              </a:extLst>
            </p:cNvPr>
            <p:cNvSpPr txBox="1"/>
            <p:nvPr/>
          </p:nvSpPr>
          <p:spPr>
            <a:xfrm>
              <a:off x="3720363" y="3531238"/>
              <a:ext cx="2495161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dirty="0"/>
                <a:t>Geef een naam voor het experiment</a:t>
              </a:r>
              <a:endParaRPr lang="en-GB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FD3F303-6947-424C-8D97-F3C0C3C278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8840" y="3116827"/>
              <a:ext cx="0" cy="362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9690AF-6A15-44A6-903F-51C0D60879EC}"/>
                </a:ext>
              </a:extLst>
            </p:cNvPr>
            <p:cNvSpPr txBox="1"/>
            <p:nvPr/>
          </p:nvSpPr>
          <p:spPr>
            <a:xfrm>
              <a:off x="8208359" y="4523236"/>
              <a:ext cx="2495161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 dirty="0"/>
                <a:t>Location of your ANA files plantline2 /treatment 2**</a:t>
              </a:r>
              <a:endParaRPr lang="en-GB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AF7D33-7945-460B-B4AC-2567EC234C8C}"/>
              </a:ext>
            </a:extLst>
          </p:cNvPr>
          <p:cNvSpPr txBox="1"/>
          <p:nvPr/>
        </p:nvSpPr>
        <p:spPr>
          <a:xfrm>
            <a:off x="223642" y="5567857"/>
            <a:ext cx="10768766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sv-SE" dirty="0"/>
              <a:t>* Use either ”\\” or ”/” between folder names. Easy is to copy-paste the locations from Windows Explorer search window</a:t>
            </a:r>
          </a:p>
          <a:p>
            <a:r>
              <a:rPr lang="sv-SE" dirty="0"/>
              <a:t>** ANA files need to have the extension ”.ANA” (in capital letters!)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4695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256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Voorbereidingen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Kloth, Karen</dc:creator>
  <cp:lastModifiedBy>Kloth, Karen</cp:lastModifiedBy>
  <cp:revision>2</cp:revision>
  <dcterms:created xsi:type="dcterms:W3CDTF">2021-08-25T14:57:17Z</dcterms:created>
  <dcterms:modified xsi:type="dcterms:W3CDTF">2023-09-27T14:13:04Z</dcterms:modified>
</cp:coreProperties>
</file>